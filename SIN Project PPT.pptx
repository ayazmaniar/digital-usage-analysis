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2" r:id="rId8"/>
    <p:sldId id="260" r:id="rId9"/>
    <p:sldId id="263" r:id="rId10"/>
    <p:sldId id="261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5A9D55-EA70-4798-9B61-9F1C6BE0977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6054AE9-D4F7-4912-90F6-0E62FC3AB9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/>
            <a:t>📱 Social media &amp; video streaming dominate total usage.</a:t>
          </a:r>
          <a:endParaRPr lang="en-US" sz="2000"/>
        </a:p>
      </dgm:t>
    </dgm:pt>
    <dgm:pt modelId="{C79976CE-9469-4BE9-B292-83A351929F59}" type="parTrans" cxnId="{0D9D45D2-312C-4AF0-9478-2F85D889DE47}">
      <dgm:prSet/>
      <dgm:spPr/>
      <dgm:t>
        <a:bodyPr/>
        <a:lstStyle/>
        <a:p>
          <a:endParaRPr lang="en-US"/>
        </a:p>
      </dgm:t>
    </dgm:pt>
    <dgm:pt modelId="{C809BF5A-C95B-4F52-B259-534074FA1B38}" type="sibTrans" cxnId="{0D9D45D2-312C-4AF0-9478-2F85D889DE47}">
      <dgm:prSet/>
      <dgm:spPr/>
      <dgm:t>
        <a:bodyPr/>
        <a:lstStyle/>
        <a:p>
          <a:endParaRPr lang="en-US"/>
        </a:p>
      </dgm:t>
    </dgm:pt>
    <dgm:pt modelId="{90DE570F-1050-42B1-85A2-2A0452565AB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/>
            <a:t>🌇 Peak screen-time in evenings and weekends.</a:t>
          </a:r>
          <a:endParaRPr lang="en-US" sz="2000"/>
        </a:p>
      </dgm:t>
    </dgm:pt>
    <dgm:pt modelId="{58E2B17B-B10C-4943-B0F0-55EB699024E9}" type="parTrans" cxnId="{A141C97E-2895-45B7-8C0F-4799F59B6568}">
      <dgm:prSet/>
      <dgm:spPr/>
      <dgm:t>
        <a:bodyPr/>
        <a:lstStyle/>
        <a:p>
          <a:endParaRPr lang="en-US"/>
        </a:p>
      </dgm:t>
    </dgm:pt>
    <dgm:pt modelId="{7DA39008-2200-44AE-94FC-DD91AF457EE7}" type="sibTrans" cxnId="{A141C97E-2895-45B7-8C0F-4799F59B6568}">
      <dgm:prSet/>
      <dgm:spPr/>
      <dgm:t>
        <a:bodyPr/>
        <a:lstStyle/>
        <a:p>
          <a:endParaRPr lang="en-US"/>
        </a:p>
      </dgm:t>
    </dgm:pt>
    <dgm:pt modelId="{12B52D6F-FD1B-4C15-BACB-134890C55EE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 dirty="0"/>
            <a:t>💤 Sleep detection aligns with regular daily cycles.</a:t>
          </a:r>
          <a:endParaRPr lang="en-US" sz="2000" dirty="0"/>
        </a:p>
      </dgm:t>
    </dgm:pt>
    <dgm:pt modelId="{18996DB2-D9E6-4934-89CB-E1BEC19055FD}" type="parTrans" cxnId="{99E14D6A-CD5C-4C5F-837E-A3240A9DF5B5}">
      <dgm:prSet/>
      <dgm:spPr/>
      <dgm:t>
        <a:bodyPr/>
        <a:lstStyle/>
        <a:p>
          <a:endParaRPr lang="en-US"/>
        </a:p>
      </dgm:t>
    </dgm:pt>
    <dgm:pt modelId="{14DAB099-87D5-495A-A3A5-0C7191F37CCC}" type="sibTrans" cxnId="{99E14D6A-CD5C-4C5F-837E-A3240A9DF5B5}">
      <dgm:prSet/>
      <dgm:spPr/>
      <dgm:t>
        <a:bodyPr/>
        <a:lstStyle/>
        <a:p>
          <a:endParaRPr lang="en-US"/>
        </a:p>
      </dgm:t>
    </dgm:pt>
    <dgm:pt modelId="{D1283B01-39D4-44D8-95AA-88A082E245A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0" i="0" baseline="0"/>
            <a:t>👥 High inter-user variation — possible lifestyle correlation.</a:t>
          </a:r>
          <a:endParaRPr lang="en-US" sz="2000"/>
        </a:p>
      </dgm:t>
    </dgm:pt>
    <dgm:pt modelId="{735F06F4-7A40-4639-B2EB-6CEFA97E61EE}" type="parTrans" cxnId="{A8C51917-162A-4F71-B923-60BA7164C1E4}">
      <dgm:prSet/>
      <dgm:spPr/>
      <dgm:t>
        <a:bodyPr/>
        <a:lstStyle/>
        <a:p>
          <a:endParaRPr lang="en-US"/>
        </a:p>
      </dgm:t>
    </dgm:pt>
    <dgm:pt modelId="{08185536-888D-4CFA-923A-E5D557113A08}" type="sibTrans" cxnId="{A8C51917-162A-4F71-B923-60BA7164C1E4}">
      <dgm:prSet/>
      <dgm:spPr/>
      <dgm:t>
        <a:bodyPr/>
        <a:lstStyle/>
        <a:p>
          <a:endParaRPr lang="en-US"/>
        </a:p>
      </dgm:t>
    </dgm:pt>
    <dgm:pt modelId="{DD9B9E39-CFFD-4262-A1EA-6F3959628A11}" type="pres">
      <dgm:prSet presAssocID="{F85A9D55-EA70-4798-9B61-9F1C6BE0977F}" presName="root" presStyleCnt="0">
        <dgm:presLayoutVars>
          <dgm:dir/>
          <dgm:resizeHandles val="exact"/>
        </dgm:presLayoutVars>
      </dgm:prSet>
      <dgm:spPr/>
    </dgm:pt>
    <dgm:pt modelId="{59F95DA5-9721-40C9-B9F1-6373714F7A01}" type="pres">
      <dgm:prSet presAssocID="{C6054AE9-D4F7-4912-90F6-0E62FC3AB94E}" presName="compNode" presStyleCnt="0"/>
      <dgm:spPr/>
    </dgm:pt>
    <dgm:pt modelId="{8227FA31-9541-40C8-81DF-3A65BE810F2D}" type="pres">
      <dgm:prSet presAssocID="{C6054AE9-D4F7-4912-90F6-0E62FC3AB94E}" presName="bgRect" presStyleLbl="bgShp" presStyleIdx="0" presStyleCnt="4"/>
      <dgm:spPr/>
    </dgm:pt>
    <dgm:pt modelId="{0EE79D6A-6F3F-4710-99E5-B7B175AF5055}" type="pres">
      <dgm:prSet presAssocID="{C6054AE9-D4F7-4912-90F6-0E62FC3AB94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4E558BF5-90FB-4801-9299-4D09D5915260}" type="pres">
      <dgm:prSet presAssocID="{C6054AE9-D4F7-4912-90F6-0E62FC3AB94E}" presName="spaceRect" presStyleCnt="0"/>
      <dgm:spPr/>
    </dgm:pt>
    <dgm:pt modelId="{7BDEE648-0762-40D6-908F-E85E330A13E1}" type="pres">
      <dgm:prSet presAssocID="{C6054AE9-D4F7-4912-90F6-0E62FC3AB94E}" presName="parTx" presStyleLbl="revTx" presStyleIdx="0" presStyleCnt="4">
        <dgm:presLayoutVars>
          <dgm:chMax val="0"/>
          <dgm:chPref val="0"/>
        </dgm:presLayoutVars>
      </dgm:prSet>
      <dgm:spPr/>
    </dgm:pt>
    <dgm:pt modelId="{A6A1FE88-BC52-44ED-9022-B27EA80D1355}" type="pres">
      <dgm:prSet presAssocID="{C809BF5A-C95B-4F52-B259-534074FA1B38}" presName="sibTrans" presStyleCnt="0"/>
      <dgm:spPr/>
    </dgm:pt>
    <dgm:pt modelId="{553255EC-B47E-44D7-BEA8-19AFAA28A599}" type="pres">
      <dgm:prSet presAssocID="{90DE570F-1050-42B1-85A2-2A0452565ABE}" presName="compNode" presStyleCnt="0"/>
      <dgm:spPr/>
    </dgm:pt>
    <dgm:pt modelId="{187CAD93-3401-4AA5-B4A3-EAC03F4EA32B}" type="pres">
      <dgm:prSet presAssocID="{90DE570F-1050-42B1-85A2-2A0452565ABE}" presName="bgRect" presStyleLbl="bgShp" presStyleIdx="1" presStyleCnt="4"/>
      <dgm:spPr/>
    </dgm:pt>
    <dgm:pt modelId="{D3FE15EF-1F37-46F7-A7CD-322F76647EEE}" type="pres">
      <dgm:prSet presAssocID="{90DE570F-1050-42B1-85A2-2A0452565AB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ch"/>
        </a:ext>
      </dgm:extLst>
    </dgm:pt>
    <dgm:pt modelId="{49489DA9-15ED-402C-AB9A-52FF559C3FE7}" type="pres">
      <dgm:prSet presAssocID="{90DE570F-1050-42B1-85A2-2A0452565ABE}" presName="spaceRect" presStyleCnt="0"/>
      <dgm:spPr/>
    </dgm:pt>
    <dgm:pt modelId="{4D6FDD69-A46D-458A-B30A-ACFC8820B788}" type="pres">
      <dgm:prSet presAssocID="{90DE570F-1050-42B1-85A2-2A0452565ABE}" presName="parTx" presStyleLbl="revTx" presStyleIdx="1" presStyleCnt="4">
        <dgm:presLayoutVars>
          <dgm:chMax val="0"/>
          <dgm:chPref val="0"/>
        </dgm:presLayoutVars>
      </dgm:prSet>
      <dgm:spPr/>
    </dgm:pt>
    <dgm:pt modelId="{2CFF8AF5-E53F-4B75-B006-2ADE8309A9AC}" type="pres">
      <dgm:prSet presAssocID="{7DA39008-2200-44AE-94FC-DD91AF457EE7}" presName="sibTrans" presStyleCnt="0"/>
      <dgm:spPr/>
    </dgm:pt>
    <dgm:pt modelId="{C03B6256-B5F3-4503-89DB-5B8E9DB48BE9}" type="pres">
      <dgm:prSet presAssocID="{12B52D6F-FD1B-4C15-BACB-134890C55EED}" presName="compNode" presStyleCnt="0"/>
      <dgm:spPr/>
    </dgm:pt>
    <dgm:pt modelId="{776400A3-7E72-4B20-87A4-63D562DC0F4D}" type="pres">
      <dgm:prSet presAssocID="{12B52D6F-FD1B-4C15-BACB-134890C55EED}" presName="bgRect" presStyleLbl="bgShp" presStyleIdx="2" presStyleCnt="4"/>
      <dgm:spPr/>
    </dgm:pt>
    <dgm:pt modelId="{2DF11B3E-D29C-4C74-9B35-19EC06B152F5}" type="pres">
      <dgm:prSet presAssocID="{12B52D6F-FD1B-4C15-BACB-134890C55EE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eep"/>
        </a:ext>
      </dgm:extLst>
    </dgm:pt>
    <dgm:pt modelId="{1E6D643F-1FE1-4708-8567-14BB7CAE1714}" type="pres">
      <dgm:prSet presAssocID="{12B52D6F-FD1B-4C15-BACB-134890C55EED}" presName="spaceRect" presStyleCnt="0"/>
      <dgm:spPr/>
    </dgm:pt>
    <dgm:pt modelId="{8BED7B14-1C68-4E62-AAF0-5137A8FC30FE}" type="pres">
      <dgm:prSet presAssocID="{12B52D6F-FD1B-4C15-BACB-134890C55EED}" presName="parTx" presStyleLbl="revTx" presStyleIdx="2" presStyleCnt="4">
        <dgm:presLayoutVars>
          <dgm:chMax val="0"/>
          <dgm:chPref val="0"/>
        </dgm:presLayoutVars>
      </dgm:prSet>
      <dgm:spPr/>
    </dgm:pt>
    <dgm:pt modelId="{B2B61032-170B-4E98-8BD3-D7752BE432FD}" type="pres">
      <dgm:prSet presAssocID="{14DAB099-87D5-495A-A3A5-0C7191F37CCC}" presName="sibTrans" presStyleCnt="0"/>
      <dgm:spPr/>
    </dgm:pt>
    <dgm:pt modelId="{D7377D30-DABC-4F06-B1A0-BB4016C23139}" type="pres">
      <dgm:prSet presAssocID="{D1283B01-39D4-44D8-95AA-88A082E245A2}" presName="compNode" presStyleCnt="0"/>
      <dgm:spPr/>
    </dgm:pt>
    <dgm:pt modelId="{223D5E77-201D-4BD6-AE7A-55E95408966C}" type="pres">
      <dgm:prSet presAssocID="{D1283B01-39D4-44D8-95AA-88A082E245A2}" presName="bgRect" presStyleLbl="bgShp" presStyleIdx="3" presStyleCnt="4"/>
      <dgm:spPr/>
    </dgm:pt>
    <dgm:pt modelId="{5B67A6A4-26B6-4868-93CF-7ADF0AFAA159}" type="pres">
      <dgm:prSet presAssocID="{D1283B01-39D4-44D8-95AA-88A082E245A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B39F54E9-99A0-42D9-898B-3AF19A47459A}" type="pres">
      <dgm:prSet presAssocID="{D1283B01-39D4-44D8-95AA-88A082E245A2}" presName="spaceRect" presStyleCnt="0"/>
      <dgm:spPr/>
    </dgm:pt>
    <dgm:pt modelId="{9122D7CD-3272-491B-90CC-2B1CF144930B}" type="pres">
      <dgm:prSet presAssocID="{D1283B01-39D4-44D8-95AA-88A082E245A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8C51917-162A-4F71-B923-60BA7164C1E4}" srcId="{F85A9D55-EA70-4798-9B61-9F1C6BE0977F}" destId="{D1283B01-39D4-44D8-95AA-88A082E245A2}" srcOrd="3" destOrd="0" parTransId="{735F06F4-7A40-4639-B2EB-6CEFA97E61EE}" sibTransId="{08185536-888D-4CFA-923A-E5D557113A08}"/>
    <dgm:cxn modelId="{A6971C40-ADAF-4DCB-9B12-6C045216A95A}" type="presOf" srcId="{D1283B01-39D4-44D8-95AA-88A082E245A2}" destId="{9122D7CD-3272-491B-90CC-2B1CF144930B}" srcOrd="0" destOrd="0" presId="urn:microsoft.com/office/officeart/2018/2/layout/IconVerticalSolidList"/>
    <dgm:cxn modelId="{99E14D6A-CD5C-4C5F-837E-A3240A9DF5B5}" srcId="{F85A9D55-EA70-4798-9B61-9F1C6BE0977F}" destId="{12B52D6F-FD1B-4C15-BACB-134890C55EED}" srcOrd="2" destOrd="0" parTransId="{18996DB2-D9E6-4934-89CB-E1BEC19055FD}" sibTransId="{14DAB099-87D5-495A-A3A5-0C7191F37CCC}"/>
    <dgm:cxn modelId="{A141C97E-2895-45B7-8C0F-4799F59B6568}" srcId="{F85A9D55-EA70-4798-9B61-9F1C6BE0977F}" destId="{90DE570F-1050-42B1-85A2-2A0452565ABE}" srcOrd="1" destOrd="0" parTransId="{58E2B17B-B10C-4943-B0F0-55EB699024E9}" sibTransId="{7DA39008-2200-44AE-94FC-DD91AF457EE7}"/>
    <dgm:cxn modelId="{6A109E80-1C1C-43F4-8DB8-FEB0499C7385}" type="presOf" srcId="{12B52D6F-FD1B-4C15-BACB-134890C55EED}" destId="{8BED7B14-1C68-4E62-AAF0-5137A8FC30FE}" srcOrd="0" destOrd="0" presId="urn:microsoft.com/office/officeart/2018/2/layout/IconVerticalSolidList"/>
    <dgm:cxn modelId="{27F7B6B6-BA97-4751-9B03-75D07446819C}" type="presOf" srcId="{90DE570F-1050-42B1-85A2-2A0452565ABE}" destId="{4D6FDD69-A46D-458A-B30A-ACFC8820B788}" srcOrd="0" destOrd="0" presId="urn:microsoft.com/office/officeart/2018/2/layout/IconVerticalSolidList"/>
    <dgm:cxn modelId="{0D9D45D2-312C-4AF0-9478-2F85D889DE47}" srcId="{F85A9D55-EA70-4798-9B61-9F1C6BE0977F}" destId="{C6054AE9-D4F7-4912-90F6-0E62FC3AB94E}" srcOrd="0" destOrd="0" parTransId="{C79976CE-9469-4BE9-B292-83A351929F59}" sibTransId="{C809BF5A-C95B-4F52-B259-534074FA1B38}"/>
    <dgm:cxn modelId="{066FFBDE-625A-4299-809C-B27273EE636B}" type="presOf" srcId="{F85A9D55-EA70-4798-9B61-9F1C6BE0977F}" destId="{DD9B9E39-CFFD-4262-A1EA-6F3959628A11}" srcOrd="0" destOrd="0" presId="urn:microsoft.com/office/officeart/2018/2/layout/IconVerticalSolidList"/>
    <dgm:cxn modelId="{4BC5EAF1-68EB-4CB8-831B-595D07AD9F4B}" type="presOf" srcId="{C6054AE9-D4F7-4912-90F6-0E62FC3AB94E}" destId="{7BDEE648-0762-40D6-908F-E85E330A13E1}" srcOrd="0" destOrd="0" presId="urn:microsoft.com/office/officeart/2018/2/layout/IconVerticalSolidList"/>
    <dgm:cxn modelId="{6C9F4401-C198-4D81-911F-607C527AB22D}" type="presParOf" srcId="{DD9B9E39-CFFD-4262-A1EA-6F3959628A11}" destId="{59F95DA5-9721-40C9-B9F1-6373714F7A01}" srcOrd="0" destOrd="0" presId="urn:microsoft.com/office/officeart/2018/2/layout/IconVerticalSolidList"/>
    <dgm:cxn modelId="{D8287086-C0F2-409F-A8DB-5D828FCF625D}" type="presParOf" srcId="{59F95DA5-9721-40C9-B9F1-6373714F7A01}" destId="{8227FA31-9541-40C8-81DF-3A65BE810F2D}" srcOrd="0" destOrd="0" presId="urn:microsoft.com/office/officeart/2018/2/layout/IconVerticalSolidList"/>
    <dgm:cxn modelId="{E6CD24F3-6749-4342-9DF9-EB28923AA137}" type="presParOf" srcId="{59F95DA5-9721-40C9-B9F1-6373714F7A01}" destId="{0EE79D6A-6F3F-4710-99E5-B7B175AF5055}" srcOrd="1" destOrd="0" presId="urn:microsoft.com/office/officeart/2018/2/layout/IconVerticalSolidList"/>
    <dgm:cxn modelId="{B827D603-8D41-47A1-A41F-65F0220366C7}" type="presParOf" srcId="{59F95DA5-9721-40C9-B9F1-6373714F7A01}" destId="{4E558BF5-90FB-4801-9299-4D09D5915260}" srcOrd="2" destOrd="0" presId="urn:microsoft.com/office/officeart/2018/2/layout/IconVerticalSolidList"/>
    <dgm:cxn modelId="{A3C26FFA-1E28-4E9A-9DB8-273C8D629DEA}" type="presParOf" srcId="{59F95DA5-9721-40C9-B9F1-6373714F7A01}" destId="{7BDEE648-0762-40D6-908F-E85E330A13E1}" srcOrd="3" destOrd="0" presId="urn:microsoft.com/office/officeart/2018/2/layout/IconVerticalSolidList"/>
    <dgm:cxn modelId="{7BC0445A-7FA9-46CF-82EF-A7B54B3E0B06}" type="presParOf" srcId="{DD9B9E39-CFFD-4262-A1EA-6F3959628A11}" destId="{A6A1FE88-BC52-44ED-9022-B27EA80D1355}" srcOrd="1" destOrd="0" presId="urn:microsoft.com/office/officeart/2018/2/layout/IconVerticalSolidList"/>
    <dgm:cxn modelId="{12A512B7-0FA5-4D9C-9E04-C526853B9F64}" type="presParOf" srcId="{DD9B9E39-CFFD-4262-A1EA-6F3959628A11}" destId="{553255EC-B47E-44D7-BEA8-19AFAA28A599}" srcOrd="2" destOrd="0" presId="urn:microsoft.com/office/officeart/2018/2/layout/IconVerticalSolidList"/>
    <dgm:cxn modelId="{80658EED-10FF-4D99-BCDF-0AABDAC20BA5}" type="presParOf" srcId="{553255EC-B47E-44D7-BEA8-19AFAA28A599}" destId="{187CAD93-3401-4AA5-B4A3-EAC03F4EA32B}" srcOrd="0" destOrd="0" presId="urn:microsoft.com/office/officeart/2018/2/layout/IconVerticalSolidList"/>
    <dgm:cxn modelId="{C8074BEC-95B2-4D6C-84EC-728151E28285}" type="presParOf" srcId="{553255EC-B47E-44D7-BEA8-19AFAA28A599}" destId="{D3FE15EF-1F37-46F7-A7CD-322F76647EEE}" srcOrd="1" destOrd="0" presId="urn:microsoft.com/office/officeart/2018/2/layout/IconVerticalSolidList"/>
    <dgm:cxn modelId="{6927AD4C-F1D5-495C-83BA-D359F357B7DC}" type="presParOf" srcId="{553255EC-B47E-44D7-BEA8-19AFAA28A599}" destId="{49489DA9-15ED-402C-AB9A-52FF559C3FE7}" srcOrd="2" destOrd="0" presId="urn:microsoft.com/office/officeart/2018/2/layout/IconVerticalSolidList"/>
    <dgm:cxn modelId="{AA755481-A7D8-4BB0-8C54-CFE12C6E24C1}" type="presParOf" srcId="{553255EC-B47E-44D7-BEA8-19AFAA28A599}" destId="{4D6FDD69-A46D-458A-B30A-ACFC8820B788}" srcOrd="3" destOrd="0" presId="urn:microsoft.com/office/officeart/2018/2/layout/IconVerticalSolidList"/>
    <dgm:cxn modelId="{E65CC890-45B2-4855-809B-F8651DDFB247}" type="presParOf" srcId="{DD9B9E39-CFFD-4262-A1EA-6F3959628A11}" destId="{2CFF8AF5-E53F-4B75-B006-2ADE8309A9AC}" srcOrd="3" destOrd="0" presId="urn:microsoft.com/office/officeart/2018/2/layout/IconVerticalSolidList"/>
    <dgm:cxn modelId="{0D74903B-D1A4-4822-8E94-EDEEBF38B503}" type="presParOf" srcId="{DD9B9E39-CFFD-4262-A1EA-6F3959628A11}" destId="{C03B6256-B5F3-4503-89DB-5B8E9DB48BE9}" srcOrd="4" destOrd="0" presId="urn:microsoft.com/office/officeart/2018/2/layout/IconVerticalSolidList"/>
    <dgm:cxn modelId="{0085E1F4-5EBF-4870-ACA8-033C85289A73}" type="presParOf" srcId="{C03B6256-B5F3-4503-89DB-5B8E9DB48BE9}" destId="{776400A3-7E72-4B20-87A4-63D562DC0F4D}" srcOrd="0" destOrd="0" presId="urn:microsoft.com/office/officeart/2018/2/layout/IconVerticalSolidList"/>
    <dgm:cxn modelId="{959F83A3-CBC2-4340-90AE-78CD21CDF8EE}" type="presParOf" srcId="{C03B6256-B5F3-4503-89DB-5B8E9DB48BE9}" destId="{2DF11B3E-D29C-4C74-9B35-19EC06B152F5}" srcOrd="1" destOrd="0" presId="urn:microsoft.com/office/officeart/2018/2/layout/IconVerticalSolidList"/>
    <dgm:cxn modelId="{6D2E25AB-5590-4F03-B066-E097461504B5}" type="presParOf" srcId="{C03B6256-B5F3-4503-89DB-5B8E9DB48BE9}" destId="{1E6D643F-1FE1-4708-8567-14BB7CAE1714}" srcOrd="2" destOrd="0" presId="urn:microsoft.com/office/officeart/2018/2/layout/IconVerticalSolidList"/>
    <dgm:cxn modelId="{8BD8A70F-7619-4ABE-8CCB-BF4E98F900E2}" type="presParOf" srcId="{C03B6256-B5F3-4503-89DB-5B8E9DB48BE9}" destId="{8BED7B14-1C68-4E62-AAF0-5137A8FC30FE}" srcOrd="3" destOrd="0" presId="urn:microsoft.com/office/officeart/2018/2/layout/IconVerticalSolidList"/>
    <dgm:cxn modelId="{96AAA8D0-A00E-4081-909B-480DDC40271D}" type="presParOf" srcId="{DD9B9E39-CFFD-4262-A1EA-6F3959628A11}" destId="{B2B61032-170B-4E98-8BD3-D7752BE432FD}" srcOrd="5" destOrd="0" presId="urn:microsoft.com/office/officeart/2018/2/layout/IconVerticalSolidList"/>
    <dgm:cxn modelId="{59D4A087-D1A7-434C-97AC-E8D50B81495C}" type="presParOf" srcId="{DD9B9E39-CFFD-4262-A1EA-6F3959628A11}" destId="{D7377D30-DABC-4F06-B1A0-BB4016C23139}" srcOrd="6" destOrd="0" presId="urn:microsoft.com/office/officeart/2018/2/layout/IconVerticalSolidList"/>
    <dgm:cxn modelId="{65827555-452B-4319-951C-4D28CE79D1A5}" type="presParOf" srcId="{D7377D30-DABC-4F06-B1A0-BB4016C23139}" destId="{223D5E77-201D-4BD6-AE7A-55E95408966C}" srcOrd="0" destOrd="0" presId="urn:microsoft.com/office/officeart/2018/2/layout/IconVerticalSolidList"/>
    <dgm:cxn modelId="{37110BAF-7159-43F4-8DD2-48309A957CBF}" type="presParOf" srcId="{D7377D30-DABC-4F06-B1A0-BB4016C23139}" destId="{5B67A6A4-26B6-4868-93CF-7ADF0AFAA159}" srcOrd="1" destOrd="0" presId="urn:microsoft.com/office/officeart/2018/2/layout/IconVerticalSolidList"/>
    <dgm:cxn modelId="{9B8F550B-03D4-43DF-8BAB-7D5BE7ADEA6B}" type="presParOf" srcId="{D7377D30-DABC-4F06-B1A0-BB4016C23139}" destId="{B39F54E9-99A0-42D9-898B-3AF19A47459A}" srcOrd="2" destOrd="0" presId="urn:microsoft.com/office/officeart/2018/2/layout/IconVerticalSolidList"/>
    <dgm:cxn modelId="{2BF6E7AD-C4FA-4A09-B07B-4FFA0DFE583C}" type="presParOf" srcId="{D7377D30-DABC-4F06-B1A0-BB4016C23139}" destId="{9122D7CD-3272-491B-90CC-2B1CF144930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374CD2-24D1-4B0D-B135-8601646227C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21CD808-3983-4AE9-A7F2-55A78CF57DA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Predict next-day usage using ML models.</a:t>
          </a:r>
          <a:endParaRPr lang="en-US"/>
        </a:p>
      </dgm:t>
    </dgm:pt>
    <dgm:pt modelId="{2552BEDD-AE14-49AC-B1F6-E58C6BAF29C4}" type="parTrans" cxnId="{809174DB-B2FA-45C5-9DAA-D84004A9281F}">
      <dgm:prSet/>
      <dgm:spPr/>
      <dgm:t>
        <a:bodyPr/>
        <a:lstStyle/>
        <a:p>
          <a:endParaRPr lang="en-US"/>
        </a:p>
      </dgm:t>
    </dgm:pt>
    <dgm:pt modelId="{1003D86B-7EB0-4132-AB5A-837C35CD4297}" type="sibTrans" cxnId="{809174DB-B2FA-45C5-9DAA-D84004A9281F}">
      <dgm:prSet/>
      <dgm:spPr/>
      <dgm:t>
        <a:bodyPr/>
        <a:lstStyle/>
        <a:p>
          <a:endParaRPr lang="en-US"/>
        </a:p>
      </dgm:t>
    </dgm:pt>
    <dgm:pt modelId="{B04C2094-E26F-4E89-8AB6-47C064DC059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Cluster users by digital habits.</a:t>
          </a:r>
          <a:endParaRPr lang="en-US"/>
        </a:p>
      </dgm:t>
    </dgm:pt>
    <dgm:pt modelId="{17BE3244-25F6-46E7-BC74-A72AC704D48B}" type="parTrans" cxnId="{54122F3A-EB51-40D1-88E1-D42DD77E4A95}">
      <dgm:prSet/>
      <dgm:spPr/>
      <dgm:t>
        <a:bodyPr/>
        <a:lstStyle/>
        <a:p>
          <a:endParaRPr lang="en-US"/>
        </a:p>
      </dgm:t>
    </dgm:pt>
    <dgm:pt modelId="{4E26C8E6-94D3-4DDE-A18E-14A128F921EB}" type="sibTrans" cxnId="{54122F3A-EB51-40D1-88E1-D42DD77E4A95}">
      <dgm:prSet/>
      <dgm:spPr/>
      <dgm:t>
        <a:bodyPr/>
        <a:lstStyle/>
        <a:p>
          <a:endParaRPr lang="en-US"/>
        </a:p>
      </dgm:t>
    </dgm:pt>
    <dgm:pt modelId="{EAF7F263-72CF-45B1-98ED-3E392A3FCAA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 baseline="0"/>
            <a:t>Correlate screen-time with productivity or mood.</a:t>
          </a:r>
          <a:endParaRPr lang="en-US"/>
        </a:p>
      </dgm:t>
    </dgm:pt>
    <dgm:pt modelId="{02BAEFE4-7438-4A52-B767-2C4E61766A85}" type="parTrans" cxnId="{67EA4749-8DA2-4783-9669-7683D23FAC29}">
      <dgm:prSet/>
      <dgm:spPr/>
      <dgm:t>
        <a:bodyPr/>
        <a:lstStyle/>
        <a:p>
          <a:endParaRPr lang="en-US"/>
        </a:p>
      </dgm:t>
    </dgm:pt>
    <dgm:pt modelId="{0EFA5AAC-CB9A-4E77-8212-259973163914}" type="sibTrans" cxnId="{67EA4749-8DA2-4783-9669-7683D23FAC29}">
      <dgm:prSet/>
      <dgm:spPr/>
      <dgm:t>
        <a:bodyPr/>
        <a:lstStyle/>
        <a:p>
          <a:endParaRPr lang="en-US"/>
        </a:p>
      </dgm:t>
    </dgm:pt>
    <dgm:pt modelId="{A77728AD-B1F1-4AF4-9FD3-1CFB85464E0A}" type="pres">
      <dgm:prSet presAssocID="{52374CD2-24D1-4B0D-B135-8601646227C9}" presName="root" presStyleCnt="0">
        <dgm:presLayoutVars>
          <dgm:dir/>
          <dgm:resizeHandles val="exact"/>
        </dgm:presLayoutVars>
      </dgm:prSet>
      <dgm:spPr/>
    </dgm:pt>
    <dgm:pt modelId="{FD928FBC-CFED-4105-892F-716160EA7888}" type="pres">
      <dgm:prSet presAssocID="{421CD808-3983-4AE9-A7F2-55A78CF57DA2}" presName="compNode" presStyleCnt="0"/>
      <dgm:spPr/>
    </dgm:pt>
    <dgm:pt modelId="{53E7DD28-754C-4A0F-AB2D-345B2E5A2C33}" type="pres">
      <dgm:prSet presAssocID="{421CD808-3983-4AE9-A7F2-55A78CF57DA2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E4424C3-1186-4808-9090-CF640D44711C}" type="pres">
      <dgm:prSet presAssocID="{421CD808-3983-4AE9-A7F2-55A78CF57DA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3B3340F-13C4-495D-8AE7-BF1E07C2A500}" type="pres">
      <dgm:prSet presAssocID="{421CD808-3983-4AE9-A7F2-55A78CF57DA2}" presName="spaceRect" presStyleCnt="0"/>
      <dgm:spPr/>
    </dgm:pt>
    <dgm:pt modelId="{1FB98950-12F8-4ED1-AE11-BF8F2627FE85}" type="pres">
      <dgm:prSet presAssocID="{421CD808-3983-4AE9-A7F2-55A78CF57DA2}" presName="textRect" presStyleLbl="revTx" presStyleIdx="0" presStyleCnt="3">
        <dgm:presLayoutVars>
          <dgm:chMax val="1"/>
          <dgm:chPref val="1"/>
        </dgm:presLayoutVars>
      </dgm:prSet>
      <dgm:spPr/>
    </dgm:pt>
    <dgm:pt modelId="{9D7F0F31-C15E-4518-9BFA-B92C6F17BD8A}" type="pres">
      <dgm:prSet presAssocID="{1003D86B-7EB0-4132-AB5A-837C35CD4297}" presName="sibTrans" presStyleCnt="0"/>
      <dgm:spPr/>
    </dgm:pt>
    <dgm:pt modelId="{3A4FCBA3-E686-4B8B-BA5D-4174770FCCD1}" type="pres">
      <dgm:prSet presAssocID="{B04C2094-E26F-4E89-8AB6-47C064DC0591}" presName="compNode" presStyleCnt="0"/>
      <dgm:spPr/>
    </dgm:pt>
    <dgm:pt modelId="{8913765A-82AF-4E5E-AEF9-763938050BB7}" type="pres">
      <dgm:prSet presAssocID="{B04C2094-E26F-4E89-8AB6-47C064DC059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DB10BDF-650D-4C2E-B4BD-B860DF1E1386}" type="pres">
      <dgm:prSet presAssocID="{B04C2094-E26F-4E89-8AB6-47C064DC059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B68DFDE-8EAE-40D9-89AB-F41919A42343}" type="pres">
      <dgm:prSet presAssocID="{B04C2094-E26F-4E89-8AB6-47C064DC0591}" presName="spaceRect" presStyleCnt="0"/>
      <dgm:spPr/>
    </dgm:pt>
    <dgm:pt modelId="{47E34135-39D4-4D49-B873-1ACFE59EF15F}" type="pres">
      <dgm:prSet presAssocID="{B04C2094-E26F-4E89-8AB6-47C064DC0591}" presName="textRect" presStyleLbl="revTx" presStyleIdx="1" presStyleCnt="3">
        <dgm:presLayoutVars>
          <dgm:chMax val="1"/>
          <dgm:chPref val="1"/>
        </dgm:presLayoutVars>
      </dgm:prSet>
      <dgm:spPr/>
    </dgm:pt>
    <dgm:pt modelId="{8D4C4C2E-DCA0-46D4-A806-F48547640542}" type="pres">
      <dgm:prSet presAssocID="{4E26C8E6-94D3-4DDE-A18E-14A128F921EB}" presName="sibTrans" presStyleCnt="0"/>
      <dgm:spPr/>
    </dgm:pt>
    <dgm:pt modelId="{98B7EF6C-C5E7-403F-B98F-9030B2CD74F1}" type="pres">
      <dgm:prSet presAssocID="{EAF7F263-72CF-45B1-98ED-3E392A3FCAAF}" presName="compNode" presStyleCnt="0"/>
      <dgm:spPr/>
    </dgm:pt>
    <dgm:pt modelId="{D06A1709-DC0A-45A8-A752-4313C25ED137}" type="pres">
      <dgm:prSet presAssocID="{EAF7F263-72CF-45B1-98ED-3E392A3FCAA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6C2FE84-9E96-4B2D-8B6E-EFDB0DC6144F}" type="pres">
      <dgm:prSet presAssocID="{EAF7F263-72CF-45B1-98ED-3E392A3FCAA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A004D9A-FDA3-44B1-910E-D3DE7C8E3677}" type="pres">
      <dgm:prSet presAssocID="{EAF7F263-72CF-45B1-98ED-3E392A3FCAAF}" presName="spaceRect" presStyleCnt="0"/>
      <dgm:spPr/>
    </dgm:pt>
    <dgm:pt modelId="{EB953212-48E7-403C-BDAF-E8CD93A1A25A}" type="pres">
      <dgm:prSet presAssocID="{EAF7F263-72CF-45B1-98ED-3E392A3FCAA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4122F3A-EB51-40D1-88E1-D42DD77E4A95}" srcId="{52374CD2-24D1-4B0D-B135-8601646227C9}" destId="{B04C2094-E26F-4E89-8AB6-47C064DC0591}" srcOrd="1" destOrd="0" parTransId="{17BE3244-25F6-46E7-BC74-A72AC704D48B}" sibTransId="{4E26C8E6-94D3-4DDE-A18E-14A128F921EB}"/>
    <dgm:cxn modelId="{8D932967-7CF8-4796-9FB5-61788D42F96E}" type="presOf" srcId="{EAF7F263-72CF-45B1-98ED-3E392A3FCAAF}" destId="{EB953212-48E7-403C-BDAF-E8CD93A1A25A}" srcOrd="0" destOrd="0" presId="urn:microsoft.com/office/officeart/2018/5/layout/IconLeafLabelList"/>
    <dgm:cxn modelId="{67EA4749-8DA2-4783-9669-7683D23FAC29}" srcId="{52374CD2-24D1-4B0D-B135-8601646227C9}" destId="{EAF7F263-72CF-45B1-98ED-3E392A3FCAAF}" srcOrd="2" destOrd="0" parTransId="{02BAEFE4-7438-4A52-B767-2C4E61766A85}" sibTransId="{0EFA5AAC-CB9A-4E77-8212-259973163914}"/>
    <dgm:cxn modelId="{AA46744A-7737-4623-8192-CC1F16CF23E9}" type="presOf" srcId="{B04C2094-E26F-4E89-8AB6-47C064DC0591}" destId="{47E34135-39D4-4D49-B873-1ACFE59EF15F}" srcOrd="0" destOrd="0" presId="urn:microsoft.com/office/officeart/2018/5/layout/IconLeafLabelList"/>
    <dgm:cxn modelId="{E49AC453-A8B7-4135-8AFD-5E1D046F866F}" type="presOf" srcId="{52374CD2-24D1-4B0D-B135-8601646227C9}" destId="{A77728AD-B1F1-4AF4-9FD3-1CFB85464E0A}" srcOrd="0" destOrd="0" presId="urn:microsoft.com/office/officeart/2018/5/layout/IconLeafLabelList"/>
    <dgm:cxn modelId="{9311A5AC-D981-4079-94AA-D59FD843E123}" type="presOf" srcId="{421CD808-3983-4AE9-A7F2-55A78CF57DA2}" destId="{1FB98950-12F8-4ED1-AE11-BF8F2627FE85}" srcOrd="0" destOrd="0" presId="urn:microsoft.com/office/officeart/2018/5/layout/IconLeafLabelList"/>
    <dgm:cxn modelId="{809174DB-B2FA-45C5-9DAA-D84004A9281F}" srcId="{52374CD2-24D1-4B0D-B135-8601646227C9}" destId="{421CD808-3983-4AE9-A7F2-55A78CF57DA2}" srcOrd="0" destOrd="0" parTransId="{2552BEDD-AE14-49AC-B1F6-E58C6BAF29C4}" sibTransId="{1003D86B-7EB0-4132-AB5A-837C35CD4297}"/>
    <dgm:cxn modelId="{A70423E3-42ED-4FC4-9C40-092D5E33FB86}" type="presParOf" srcId="{A77728AD-B1F1-4AF4-9FD3-1CFB85464E0A}" destId="{FD928FBC-CFED-4105-892F-716160EA7888}" srcOrd="0" destOrd="0" presId="urn:microsoft.com/office/officeart/2018/5/layout/IconLeafLabelList"/>
    <dgm:cxn modelId="{AD416D9D-C15E-43FD-8FC7-751FA71F8AAC}" type="presParOf" srcId="{FD928FBC-CFED-4105-892F-716160EA7888}" destId="{53E7DD28-754C-4A0F-AB2D-345B2E5A2C33}" srcOrd="0" destOrd="0" presId="urn:microsoft.com/office/officeart/2018/5/layout/IconLeafLabelList"/>
    <dgm:cxn modelId="{BFE99906-4499-4D6D-AC0A-78B6E505403C}" type="presParOf" srcId="{FD928FBC-CFED-4105-892F-716160EA7888}" destId="{DE4424C3-1186-4808-9090-CF640D44711C}" srcOrd="1" destOrd="0" presId="urn:microsoft.com/office/officeart/2018/5/layout/IconLeafLabelList"/>
    <dgm:cxn modelId="{5C10DBC9-F938-4B8C-B4EC-57F478873820}" type="presParOf" srcId="{FD928FBC-CFED-4105-892F-716160EA7888}" destId="{03B3340F-13C4-495D-8AE7-BF1E07C2A500}" srcOrd="2" destOrd="0" presId="urn:microsoft.com/office/officeart/2018/5/layout/IconLeafLabelList"/>
    <dgm:cxn modelId="{457E4CB9-1594-43A7-814F-58CFD51A1053}" type="presParOf" srcId="{FD928FBC-CFED-4105-892F-716160EA7888}" destId="{1FB98950-12F8-4ED1-AE11-BF8F2627FE85}" srcOrd="3" destOrd="0" presId="urn:microsoft.com/office/officeart/2018/5/layout/IconLeafLabelList"/>
    <dgm:cxn modelId="{6DBA8724-D4D9-4E3D-8F1D-E4EB09A97AB9}" type="presParOf" srcId="{A77728AD-B1F1-4AF4-9FD3-1CFB85464E0A}" destId="{9D7F0F31-C15E-4518-9BFA-B92C6F17BD8A}" srcOrd="1" destOrd="0" presId="urn:microsoft.com/office/officeart/2018/5/layout/IconLeafLabelList"/>
    <dgm:cxn modelId="{2F14385E-7237-4245-8592-70560FFF0D50}" type="presParOf" srcId="{A77728AD-B1F1-4AF4-9FD3-1CFB85464E0A}" destId="{3A4FCBA3-E686-4B8B-BA5D-4174770FCCD1}" srcOrd="2" destOrd="0" presId="urn:microsoft.com/office/officeart/2018/5/layout/IconLeafLabelList"/>
    <dgm:cxn modelId="{8EB59C2A-A1EE-4610-97D6-41F2FFF747ED}" type="presParOf" srcId="{3A4FCBA3-E686-4B8B-BA5D-4174770FCCD1}" destId="{8913765A-82AF-4E5E-AEF9-763938050BB7}" srcOrd="0" destOrd="0" presId="urn:microsoft.com/office/officeart/2018/5/layout/IconLeafLabelList"/>
    <dgm:cxn modelId="{DB284DEB-159E-42BE-BF06-EB16160F63EB}" type="presParOf" srcId="{3A4FCBA3-E686-4B8B-BA5D-4174770FCCD1}" destId="{CDB10BDF-650D-4C2E-B4BD-B860DF1E1386}" srcOrd="1" destOrd="0" presId="urn:microsoft.com/office/officeart/2018/5/layout/IconLeafLabelList"/>
    <dgm:cxn modelId="{2067013E-9101-42C1-A66D-3D9B91747C11}" type="presParOf" srcId="{3A4FCBA3-E686-4B8B-BA5D-4174770FCCD1}" destId="{3B68DFDE-8EAE-40D9-89AB-F41919A42343}" srcOrd="2" destOrd="0" presId="urn:microsoft.com/office/officeart/2018/5/layout/IconLeafLabelList"/>
    <dgm:cxn modelId="{7E7DA74D-5552-4807-AD37-9ADDE1622C8B}" type="presParOf" srcId="{3A4FCBA3-E686-4B8B-BA5D-4174770FCCD1}" destId="{47E34135-39D4-4D49-B873-1ACFE59EF15F}" srcOrd="3" destOrd="0" presId="urn:microsoft.com/office/officeart/2018/5/layout/IconLeafLabelList"/>
    <dgm:cxn modelId="{2F00102E-EF3B-44E5-B576-E50786244999}" type="presParOf" srcId="{A77728AD-B1F1-4AF4-9FD3-1CFB85464E0A}" destId="{8D4C4C2E-DCA0-46D4-A806-F48547640542}" srcOrd="3" destOrd="0" presId="urn:microsoft.com/office/officeart/2018/5/layout/IconLeafLabelList"/>
    <dgm:cxn modelId="{08C79D3C-C628-4225-894E-9F11049B9A87}" type="presParOf" srcId="{A77728AD-B1F1-4AF4-9FD3-1CFB85464E0A}" destId="{98B7EF6C-C5E7-403F-B98F-9030B2CD74F1}" srcOrd="4" destOrd="0" presId="urn:microsoft.com/office/officeart/2018/5/layout/IconLeafLabelList"/>
    <dgm:cxn modelId="{1105529F-B5A3-4C4B-A51D-8B500694DF4C}" type="presParOf" srcId="{98B7EF6C-C5E7-403F-B98F-9030B2CD74F1}" destId="{D06A1709-DC0A-45A8-A752-4313C25ED137}" srcOrd="0" destOrd="0" presId="urn:microsoft.com/office/officeart/2018/5/layout/IconLeafLabelList"/>
    <dgm:cxn modelId="{1A8AF5B8-40AC-46C4-BB88-83CD284A5003}" type="presParOf" srcId="{98B7EF6C-C5E7-403F-B98F-9030B2CD74F1}" destId="{B6C2FE84-9E96-4B2D-8B6E-EFDB0DC6144F}" srcOrd="1" destOrd="0" presId="urn:microsoft.com/office/officeart/2018/5/layout/IconLeafLabelList"/>
    <dgm:cxn modelId="{853D4683-97D2-44E2-A6DC-F1108F1557EC}" type="presParOf" srcId="{98B7EF6C-C5E7-403F-B98F-9030B2CD74F1}" destId="{0A004D9A-FDA3-44B1-910E-D3DE7C8E3677}" srcOrd="2" destOrd="0" presId="urn:microsoft.com/office/officeart/2018/5/layout/IconLeafLabelList"/>
    <dgm:cxn modelId="{45C4FA70-6ABC-487C-959E-17BBB480ADDD}" type="presParOf" srcId="{98B7EF6C-C5E7-403F-B98F-9030B2CD74F1}" destId="{EB953212-48E7-403C-BDAF-E8CD93A1A25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27FA31-9541-40C8-81DF-3A65BE810F2D}">
      <dsp:nvSpPr>
        <dsp:cNvPr id="0" name=""/>
        <dsp:cNvSpPr/>
      </dsp:nvSpPr>
      <dsp:spPr>
        <a:xfrm>
          <a:off x="0" y="2057"/>
          <a:ext cx="6277219" cy="1042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E79D6A-6F3F-4710-99E5-B7B175AF5055}">
      <dsp:nvSpPr>
        <dsp:cNvPr id="0" name=""/>
        <dsp:cNvSpPr/>
      </dsp:nvSpPr>
      <dsp:spPr>
        <a:xfrm>
          <a:off x="315380" y="236637"/>
          <a:ext cx="573419" cy="5734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DEE648-0762-40D6-908F-E85E330A13E1}">
      <dsp:nvSpPr>
        <dsp:cNvPr id="0" name=""/>
        <dsp:cNvSpPr/>
      </dsp:nvSpPr>
      <dsp:spPr>
        <a:xfrm>
          <a:off x="1204181" y="2057"/>
          <a:ext cx="5073037" cy="1042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40" tIns="110340" rIns="110340" bIns="11034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📱 Social media &amp; video streaming dominate total usage.</a:t>
          </a:r>
          <a:endParaRPr lang="en-US" sz="2000" kern="1200"/>
        </a:p>
      </dsp:txBody>
      <dsp:txXfrm>
        <a:off x="1204181" y="2057"/>
        <a:ext cx="5073037" cy="1042581"/>
      </dsp:txXfrm>
    </dsp:sp>
    <dsp:sp modelId="{187CAD93-3401-4AA5-B4A3-EAC03F4EA32B}">
      <dsp:nvSpPr>
        <dsp:cNvPr id="0" name=""/>
        <dsp:cNvSpPr/>
      </dsp:nvSpPr>
      <dsp:spPr>
        <a:xfrm>
          <a:off x="0" y="1305283"/>
          <a:ext cx="6277219" cy="1042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E15EF-1F37-46F7-A7CD-322F76647EEE}">
      <dsp:nvSpPr>
        <dsp:cNvPr id="0" name=""/>
        <dsp:cNvSpPr/>
      </dsp:nvSpPr>
      <dsp:spPr>
        <a:xfrm>
          <a:off x="315380" y="1539864"/>
          <a:ext cx="573419" cy="5734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FDD69-A46D-458A-B30A-ACFC8820B788}">
      <dsp:nvSpPr>
        <dsp:cNvPr id="0" name=""/>
        <dsp:cNvSpPr/>
      </dsp:nvSpPr>
      <dsp:spPr>
        <a:xfrm>
          <a:off x="1204181" y="1305283"/>
          <a:ext cx="5073037" cy="1042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40" tIns="110340" rIns="110340" bIns="11034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🌇 Peak screen-time in evenings and weekends.</a:t>
          </a:r>
          <a:endParaRPr lang="en-US" sz="2000" kern="1200"/>
        </a:p>
      </dsp:txBody>
      <dsp:txXfrm>
        <a:off x="1204181" y="1305283"/>
        <a:ext cx="5073037" cy="1042581"/>
      </dsp:txXfrm>
    </dsp:sp>
    <dsp:sp modelId="{776400A3-7E72-4B20-87A4-63D562DC0F4D}">
      <dsp:nvSpPr>
        <dsp:cNvPr id="0" name=""/>
        <dsp:cNvSpPr/>
      </dsp:nvSpPr>
      <dsp:spPr>
        <a:xfrm>
          <a:off x="0" y="2608509"/>
          <a:ext cx="6277219" cy="1042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F11B3E-D29C-4C74-9B35-19EC06B152F5}">
      <dsp:nvSpPr>
        <dsp:cNvPr id="0" name=""/>
        <dsp:cNvSpPr/>
      </dsp:nvSpPr>
      <dsp:spPr>
        <a:xfrm>
          <a:off x="315380" y="2843090"/>
          <a:ext cx="573419" cy="5734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D7B14-1C68-4E62-AAF0-5137A8FC30FE}">
      <dsp:nvSpPr>
        <dsp:cNvPr id="0" name=""/>
        <dsp:cNvSpPr/>
      </dsp:nvSpPr>
      <dsp:spPr>
        <a:xfrm>
          <a:off x="1204181" y="2608509"/>
          <a:ext cx="5073037" cy="1042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40" tIns="110340" rIns="110340" bIns="11034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💤 Sleep detection aligns with regular daily cycles.</a:t>
          </a:r>
          <a:endParaRPr lang="en-US" sz="2000" kern="1200" dirty="0"/>
        </a:p>
      </dsp:txBody>
      <dsp:txXfrm>
        <a:off x="1204181" y="2608509"/>
        <a:ext cx="5073037" cy="1042581"/>
      </dsp:txXfrm>
    </dsp:sp>
    <dsp:sp modelId="{223D5E77-201D-4BD6-AE7A-55E95408966C}">
      <dsp:nvSpPr>
        <dsp:cNvPr id="0" name=""/>
        <dsp:cNvSpPr/>
      </dsp:nvSpPr>
      <dsp:spPr>
        <a:xfrm>
          <a:off x="0" y="3911735"/>
          <a:ext cx="6277219" cy="1042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67A6A4-26B6-4868-93CF-7ADF0AFAA159}">
      <dsp:nvSpPr>
        <dsp:cNvPr id="0" name=""/>
        <dsp:cNvSpPr/>
      </dsp:nvSpPr>
      <dsp:spPr>
        <a:xfrm>
          <a:off x="315380" y="4146316"/>
          <a:ext cx="573419" cy="5734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2D7CD-3272-491B-90CC-2B1CF144930B}">
      <dsp:nvSpPr>
        <dsp:cNvPr id="0" name=""/>
        <dsp:cNvSpPr/>
      </dsp:nvSpPr>
      <dsp:spPr>
        <a:xfrm>
          <a:off x="1204181" y="3911735"/>
          <a:ext cx="5073037" cy="1042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340" tIns="110340" rIns="110340" bIns="11034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👥 High inter-user variation — possible lifestyle correlation.</a:t>
          </a:r>
          <a:endParaRPr lang="en-US" sz="2000" kern="1200"/>
        </a:p>
      </dsp:txBody>
      <dsp:txXfrm>
        <a:off x="1204181" y="3911735"/>
        <a:ext cx="5073037" cy="10425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E7DD28-754C-4A0F-AB2D-345B2E5A2C33}">
      <dsp:nvSpPr>
        <dsp:cNvPr id="0" name=""/>
        <dsp:cNvSpPr/>
      </dsp:nvSpPr>
      <dsp:spPr>
        <a:xfrm>
          <a:off x="647943" y="338529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4424C3-1186-4808-9090-CF640D44711C}">
      <dsp:nvSpPr>
        <dsp:cNvPr id="0" name=""/>
        <dsp:cNvSpPr/>
      </dsp:nvSpPr>
      <dsp:spPr>
        <a:xfrm>
          <a:off x="1072068" y="762654"/>
          <a:ext cx="1141875" cy="1141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98950-12F8-4ED1-AE11-BF8F2627FE85}">
      <dsp:nvSpPr>
        <dsp:cNvPr id="0" name=""/>
        <dsp:cNvSpPr/>
      </dsp:nvSpPr>
      <dsp:spPr>
        <a:xfrm>
          <a:off x="11756" y="2948529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i="0" kern="1200" baseline="0"/>
            <a:t>Predict next-day usage using ML models.</a:t>
          </a:r>
          <a:endParaRPr lang="en-US" sz="1800" kern="1200"/>
        </a:p>
      </dsp:txBody>
      <dsp:txXfrm>
        <a:off x="11756" y="2948529"/>
        <a:ext cx="3262500" cy="720000"/>
      </dsp:txXfrm>
    </dsp:sp>
    <dsp:sp modelId="{8913765A-82AF-4E5E-AEF9-763938050BB7}">
      <dsp:nvSpPr>
        <dsp:cNvPr id="0" name=""/>
        <dsp:cNvSpPr/>
      </dsp:nvSpPr>
      <dsp:spPr>
        <a:xfrm>
          <a:off x="4481381" y="338529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B10BDF-650D-4C2E-B4BD-B860DF1E1386}">
      <dsp:nvSpPr>
        <dsp:cNvPr id="0" name=""/>
        <dsp:cNvSpPr/>
      </dsp:nvSpPr>
      <dsp:spPr>
        <a:xfrm>
          <a:off x="4905506" y="762654"/>
          <a:ext cx="1141875" cy="1141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34135-39D4-4D49-B873-1ACFE59EF15F}">
      <dsp:nvSpPr>
        <dsp:cNvPr id="0" name=""/>
        <dsp:cNvSpPr/>
      </dsp:nvSpPr>
      <dsp:spPr>
        <a:xfrm>
          <a:off x="3845193" y="2948529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i="0" kern="1200" baseline="0"/>
            <a:t>Cluster users by digital habits.</a:t>
          </a:r>
          <a:endParaRPr lang="en-US" sz="1800" kern="1200"/>
        </a:p>
      </dsp:txBody>
      <dsp:txXfrm>
        <a:off x="3845193" y="2948529"/>
        <a:ext cx="3262500" cy="720000"/>
      </dsp:txXfrm>
    </dsp:sp>
    <dsp:sp modelId="{D06A1709-DC0A-45A8-A752-4313C25ED137}">
      <dsp:nvSpPr>
        <dsp:cNvPr id="0" name=""/>
        <dsp:cNvSpPr/>
      </dsp:nvSpPr>
      <dsp:spPr>
        <a:xfrm>
          <a:off x="8314819" y="338529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C2FE84-9E96-4B2D-8B6E-EFDB0DC6144F}">
      <dsp:nvSpPr>
        <dsp:cNvPr id="0" name=""/>
        <dsp:cNvSpPr/>
      </dsp:nvSpPr>
      <dsp:spPr>
        <a:xfrm>
          <a:off x="8738944" y="762654"/>
          <a:ext cx="1141875" cy="11418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53212-48E7-403C-BDAF-E8CD93A1A25A}">
      <dsp:nvSpPr>
        <dsp:cNvPr id="0" name=""/>
        <dsp:cNvSpPr/>
      </dsp:nvSpPr>
      <dsp:spPr>
        <a:xfrm>
          <a:off x="7678631" y="2948529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0" i="0" kern="1200" baseline="0"/>
            <a:t>Correlate screen-time with productivity or mood.</a:t>
          </a:r>
          <a:endParaRPr lang="en-US" sz="1800" kern="1200"/>
        </a:p>
      </dsp:txBody>
      <dsp:txXfrm>
        <a:off x="7678631" y="2948529"/>
        <a:ext cx="3262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238AF-7920-25E7-9BA7-0D740858D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83A00-3048-D9A3-77EC-66129A6DE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2C3F0-1B3A-7088-0F60-67C2A39CC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BC38-1728-4A15-B991-ECA7E4A5AA4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1F1C5-6B30-2452-318D-C4F7F480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86464-D86E-E7FD-0112-35CC0F9E8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44D1-4B53-4CC2-B654-6E504779D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827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9F6B-0B6F-4473-C267-E74599B0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26929-4717-FCA4-C9E4-E39F98D2F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97B0D-58AE-630A-2835-D41F216A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BC38-1728-4A15-B991-ECA7E4A5AA4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F54A-61D7-A38E-2EB7-16B508F6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73089-B051-420A-59E5-67F064DFF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44D1-4B53-4CC2-B654-6E504779D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18242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5003C-47D4-C89C-37BC-EDC3502C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EF1AB-ED6E-9B18-8EEA-716C1DE98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58843-49AD-192D-0B5A-F166F2440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BC38-1728-4A15-B991-ECA7E4A5AA4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09723-928E-00F3-1225-2DD0B866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7B0D5-48CE-6409-CB67-EC52B7C13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44D1-4B53-4CC2-B654-6E504779D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5979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3C1D6-7921-68B1-DC00-3FCE3E2CF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0B481-981F-DFFD-C373-E457153BE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E5843-EFE9-DDFF-EF7D-379697A45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97755-5216-4197-0DF3-415B544A7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BC38-1728-4A15-B991-ECA7E4A5AA4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3F112-7002-41FA-6237-1F1C2D241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4F3D7-839C-4C27-A37C-B77FB4060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44D1-4B53-4CC2-B654-6E504779D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233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93AA1-C8AA-51CC-B1C4-2C381B6F8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54DA5-D105-EC9B-0B51-DFB21DD8C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B2EF6-4337-C7D5-1309-255E97567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4AAC33-7483-6740-10B4-5540B6C2D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5067AC-EDB4-30D5-AB7A-B3CCEEB99F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5F325E-6966-2584-D3A2-2CCE8010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BC38-1728-4A15-B991-ECA7E4A5AA4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828950-5558-75EC-727E-66D14D81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D3AD1E-E622-4F74-35CA-3961CC184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44D1-4B53-4CC2-B654-6E504779D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6107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1DCE0-BCE2-E34D-59DA-CF7D8120E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78643D-497F-BB95-1276-D1E843F56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BC38-1728-4A15-B991-ECA7E4A5AA4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A742DD-52C0-CE8A-7096-0C6D9D4E9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28D2F8-1E17-E250-6EB1-718F4493D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44D1-4B53-4CC2-B654-6E504779D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30582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05FE72-7194-D63E-DA82-660BEDF8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BC38-1728-4A15-B991-ECA7E4A5AA4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828FFD-C121-06D6-E517-E68880D73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349DB-EC10-C272-B4C1-33921148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44D1-4B53-4CC2-B654-6E504779D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51203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66BC-D329-178A-E88E-9609FEC9A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D5DD0-9C94-2F69-2489-82CD5C950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275A5-1E52-24AB-E863-A355A1CA8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F2440-1F08-6B91-DCB5-61200766D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BC38-1728-4A15-B991-ECA7E4A5AA4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7BC63-5956-EF68-FF78-5612B7D29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BB4C3-1343-A40A-6A6C-48FC31C4E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44D1-4B53-4CC2-B654-6E504779D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8653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20156-0AD1-C952-B1E7-3DF87316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0E1A8C-0C87-FC10-02BE-8707F855B7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D70FB-DB21-A52D-528C-EEC7DE609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A5F47-B370-D645-8ECC-DF9B96C13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BC38-1728-4A15-B991-ECA7E4A5AA4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22A11-8A5E-F330-A4AA-1BD32039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AE0DB-9931-047C-403C-A48767C7C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44D1-4B53-4CC2-B654-6E504779D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5603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BB11-5790-49CF-388B-3C1D2F003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632076-B19A-8B56-5838-E390E5E584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4BCCB-89B4-60EF-321D-EA01ABD39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BC38-1728-4A15-B991-ECA7E4A5AA4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CA882-E263-8254-61F7-BA2CD38D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C2D6D-5C75-891A-6870-5F1633935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44D1-4B53-4CC2-B654-6E504779D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96191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A908A8-F339-C4D8-1452-7FC41644CF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541D8-5E99-1234-0FE6-F9E2B5D08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0ACC0-CF37-6A70-3CFC-BEADE4BAC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BC38-1728-4A15-B991-ECA7E4A5AA4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BB655-CCE0-3378-AF40-D54B4688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D1DF3-5DC1-3D2B-401F-FFB42664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44D1-4B53-4CC2-B654-6E504779D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2233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2D650F-75C4-2AE0-B09F-13B1CAFDB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A20E9-5CEB-CF70-2503-4169BB9C3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BDEE0-B44C-1085-0B83-068BDF910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9DBC38-1728-4A15-B991-ECA7E4A5AA45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8B5B6-8F10-22DD-5A8F-3CF4D3B89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6C903-7A21-0981-3BDD-8AD1C3BFD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144D1-4B53-4CC2-B654-6E504779D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572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8FE0B4-5EFB-33E0-CE2E-A00FBF22C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 sz="8000" dirty="0"/>
              <a:t>Smartphone Usage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F4616-4CDF-4ECE-5F7D-D1315EF73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2464" y="4619624"/>
            <a:ext cx="4105239" cy="1038225"/>
          </a:xfrm>
        </p:spPr>
        <p:txBody>
          <a:bodyPr>
            <a:normAutofit lnSpcReduction="10000"/>
          </a:bodyPr>
          <a:lstStyle/>
          <a:p>
            <a:pPr algn="r"/>
            <a:r>
              <a:rPr lang="en-US" sz="2200" dirty="0"/>
              <a:t>Presented by: </a:t>
            </a:r>
          </a:p>
          <a:p>
            <a:pPr algn="r"/>
            <a:r>
              <a:rPr lang="en-US" sz="2200" dirty="0"/>
              <a:t>Mohammed Ayaz Maniar (019) Ruchin Patel (037)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634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937FE07-8758-2AC8-E779-33140E99C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06" y="1181600"/>
            <a:ext cx="3448531" cy="3429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7624C9-28C8-69AC-BEFF-C8E2176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3D6B87-2A21-CC99-5B0F-E41266ADC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Dataset preprocessing:</a:t>
            </a:r>
          </a:p>
          <a:p>
            <a:r>
              <a:rPr lang="en-US" sz="2000" dirty="0"/>
              <a:t>Merge data of all users</a:t>
            </a:r>
          </a:p>
          <a:p>
            <a:r>
              <a:rPr lang="en-US" sz="2000" dirty="0"/>
              <a:t>Removed unwanted packages</a:t>
            </a:r>
          </a:p>
          <a:p>
            <a:pPr marL="0" indent="0">
              <a:buNone/>
            </a:pPr>
            <a:r>
              <a:rPr lang="en-US" sz="2000" dirty="0"/>
              <a:t>Final Data:</a:t>
            </a:r>
          </a:p>
          <a:p>
            <a:r>
              <a:rPr lang="en-US" sz="2000" dirty="0"/>
              <a:t>App usage data of 16 individuals</a:t>
            </a:r>
          </a:p>
          <a:p>
            <a:r>
              <a:rPr lang="en-US" sz="2000" dirty="0"/>
              <a:t>Include start </a:t>
            </a:r>
            <a:r>
              <a:rPr lang="en-US" sz="2000" dirty="0" err="1"/>
              <a:t>date_time</a:t>
            </a:r>
            <a:r>
              <a:rPr lang="en-US" sz="2000" dirty="0"/>
              <a:t> and duration</a:t>
            </a:r>
          </a:p>
          <a:p>
            <a:r>
              <a:rPr lang="en-US" sz="2000" dirty="0"/>
              <a:t>For most people data: is of July-sept month</a:t>
            </a:r>
          </a:p>
        </p:txBody>
      </p:sp>
      <p:pic>
        <p:nvPicPr>
          <p:cNvPr id="8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54F768-6B0F-ED91-E4BB-0A1BE74AE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342" y="1825624"/>
            <a:ext cx="5741118" cy="38865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3102A0-7E4A-519C-F9FC-56196A6B4C91}"/>
              </a:ext>
            </a:extLst>
          </p:cNvPr>
          <p:cNvSpPr txBox="1"/>
          <p:nvPr/>
        </p:nvSpPr>
        <p:spPr>
          <a:xfrm>
            <a:off x="838199" y="4886607"/>
            <a:ext cx="32815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After preprocessing: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Total rows: 54038 </a:t>
            </a:r>
          </a:p>
        </p:txBody>
      </p:sp>
    </p:spTree>
    <p:extLst>
      <p:ext uri="{BB962C8B-B14F-4D97-AF65-F5344CB8AC3E}">
        <p14:creationId xmlns:p14="http://schemas.microsoft.com/office/powerpoint/2010/main" val="252499293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EB20CA5-1A42-BB15-AA76-0B9C8942C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16" y="1219435"/>
            <a:ext cx="10616083" cy="3429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85368E-CC4E-C9E2-34AB-A8309596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🕒 </a:t>
            </a:r>
            <a:r>
              <a:rPr lang="en-US" i="1" dirty="0"/>
              <a:t>Average Daily Screen Time per User</a:t>
            </a:r>
            <a:endParaRPr lang="en-US" dirty="0"/>
          </a:p>
        </p:txBody>
      </p:sp>
      <p:pic>
        <p:nvPicPr>
          <p:cNvPr id="6" name="Picture 5" descr="A graph of a graph showing the average screen time per day">
            <a:extLst>
              <a:ext uri="{FF2B5EF4-FFF2-40B4-BE49-F238E27FC236}">
                <a16:creationId xmlns:a16="http://schemas.microsoft.com/office/drawing/2014/main" id="{D7BB99C2-D376-BA2E-BA9B-51A5F86DB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854" y="2870558"/>
            <a:ext cx="7006252" cy="347124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62102-6FE1-2C78-969D-2A1B378C0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451555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Shows average hours spent daily by each user.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Error bars represent variation (standard deviation).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Heavy users can be easily identified.</a:t>
            </a:r>
          </a:p>
          <a:p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546FF9-9EE0-FBA9-E549-AC7C2B3FF1D5}"/>
              </a:ext>
            </a:extLst>
          </p:cNvPr>
          <p:cNvSpPr txBox="1"/>
          <p:nvPr/>
        </p:nvSpPr>
        <p:spPr>
          <a:xfrm>
            <a:off x="838200" y="4243982"/>
            <a:ext cx="36748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Insight:</a:t>
            </a:r>
            <a:br>
              <a:rPr lang="en-US" sz="2000" dirty="0"/>
            </a:br>
            <a:r>
              <a:rPr lang="en-US" sz="2000" dirty="0"/>
              <a:t>Users </a:t>
            </a:r>
            <a:r>
              <a:rPr lang="en-US" sz="2000" b="1" dirty="0"/>
              <a:t>11</a:t>
            </a:r>
            <a:r>
              <a:rPr lang="en-US" sz="2000" dirty="0"/>
              <a:t> and </a:t>
            </a:r>
            <a:r>
              <a:rPr lang="en-US" sz="2000" b="1" dirty="0"/>
              <a:t>12</a:t>
            </a:r>
            <a:r>
              <a:rPr lang="en-US" sz="2000" dirty="0"/>
              <a:t> have the highest average screen-time.</a:t>
            </a:r>
          </a:p>
        </p:txBody>
      </p:sp>
    </p:spTree>
    <p:extLst>
      <p:ext uri="{BB962C8B-B14F-4D97-AF65-F5344CB8AC3E}">
        <p14:creationId xmlns:p14="http://schemas.microsoft.com/office/powerpoint/2010/main" val="39452138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CBF5489-4ECF-1F85-DC92-48E852B67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35" y="1191215"/>
            <a:ext cx="4839119" cy="342948"/>
          </a:xfrm>
          <a:prstGeom prst="rect">
            <a:avLst/>
          </a:prstGeom>
        </p:spPr>
      </p:pic>
      <p:pic>
        <p:nvPicPr>
          <p:cNvPr id="7" name="Picture 6" descr="A graph with blue lines&#10;&#10;AI-generated content may be incorrect.">
            <a:extLst>
              <a:ext uri="{FF2B5EF4-FFF2-40B4-BE49-F238E27FC236}">
                <a16:creationId xmlns:a16="http://schemas.microsoft.com/office/drawing/2014/main" id="{E7E15105-A943-E54E-F058-BB9E701D1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798" y="1515871"/>
            <a:ext cx="9740201" cy="32036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D3F149-2148-3A58-7E40-2A8A3DC2A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Sleep Wake Cycle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BBEE89-AAD3-2960-5D3D-02AD7D306071}"/>
              </a:ext>
            </a:extLst>
          </p:cNvPr>
          <p:cNvSpPr txBox="1"/>
          <p:nvPr/>
        </p:nvSpPr>
        <p:spPr>
          <a:xfrm>
            <a:off x="629266" y="457198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Person 12 shows consistent wake-up between </a:t>
            </a:r>
            <a:r>
              <a:rPr lang="en-US" b="1" dirty="0"/>
              <a:t>8AM–11AM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indicating healthy and stable sleep patterns.</a:t>
            </a:r>
          </a:p>
        </p:txBody>
      </p:sp>
    </p:spTree>
    <p:extLst>
      <p:ext uri="{BB962C8B-B14F-4D97-AF65-F5344CB8AC3E}">
        <p14:creationId xmlns:p14="http://schemas.microsoft.com/office/powerpoint/2010/main" val="429344861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1CCF323-5310-85FB-869E-6B2408E59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28" y="1189579"/>
            <a:ext cx="5485698" cy="3429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21A7BB-770C-8784-A968-EBA9DBED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Hourly Usage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8B7343-1A52-F583-46C5-001502B260CF}"/>
              </a:ext>
            </a:extLst>
          </p:cNvPr>
          <p:cNvSpPr txBox="1"/>
          <p:nvPr/>
        </p:nvSpPr>
        <p:spPr>
          <a:xfrm>
            <a:off x="754328" y="4225999"/>
            <a:ext cx="39107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Insight:</a:t>
            </a:r>
            <a:br>
              <a:rPr lang="en-US" sz="2000" dirty="0"/>
            </a:br>
            <a:r>
              <a:rPr lang="en-US" sz="2000" dirty="0"/>
              <a:t>Evenings dominate — likely due to entertainment and social apps.</a:t>
            </a:r>
          </a:p>
        </p:txBody>
      </p:sp>
      <p:pic>
        <p:nvPicPr>
          <p:cNvPr id="9" name="Picture 8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F4E1F31C-D49D-58DC-64E4-9133E36D3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028" y="2723535"/>
            <a:ext cx="6590438" cy="3265232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CE91F82-6BFE-4288-8782-CECD196EAA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690688"/>
            <a:ext cx="492350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total usage across each hour of the day.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Activity is lowest between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AM – 6 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Peaks occur during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PM – 11 PM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700408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0175EEC-376D-DF54-F858-65C23F171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30" y="1243735"/>
            <a:ext cx="5897682" cy="3429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3760CA-87B1-1652-0058-009167A55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Usage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1BD32-D9FC-2FFA-ED07-8C5A42956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76019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Content:</a:t>
            </a:r>
            <a:endParaRPr lang="en-US" sz="2400" dirty="0"/>
          </a:p>
          <a:p>
            <a:r>
              <a:rPr lang="en-US" sz="2400" dirty="0"/>
              <a:t>Users are most active on </a:t>
            </a:r>
            <a:r>
              <a:rPr lang="en-US" sz="2400" b="1" dirty="0"/>
              <a:t>Saturdays</a:t>
            </a:r>
            <a:r>
              <a:rPr lang="en-US" sz="2400" dirty="0"/>
              <a:t>.</a:t>
            </a:r>
          </a:p>
          <a:p>
            <a:r>
              <a:rPr lang="en-US" sz="2400" dirty="0"/>
              <a:t>Monday &amp; Tuesday show relatively less engagement.</a:t>
            </a:r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EB501-CA1A-3042-2A3F-330B5B961881}"/>
              </a:ext>
            </a:extLst>
          </p:cNvPr>
          <p:cNvSpPr txBox="1"/>
          <p:nvPr/>
        </p:nvSpPr>
        <p:spPr>
          <a:xfrm>
            <a:off x="838200" y="4001294"/>
            <a:ext cx="44220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Insight:</a:t>
            </a:r>
            <a:br>
              <a:rPr lang="en-US" sz="2000" dirty="0"/>
            </a:br>
            <a:r>
              <a:rPr lang="en-US" sz="2000" dirty="0"/>
              <a:t>Leisure time drives higher screen-time on weekends.</a:t>
            </a:r>
          </a:p>
        </p:txBody>
      </p:sp>
      <p:pic>
        <p:nvPicPr>
          <p:cNvPr id="7" name="Picture 6" descr="A graph showing the time of a screen">
            <a:extLst>
              <a:ext uri="{FF2B5EF4-FFF2-40B4-BE49-F238E27FC236}">
                <a16:creationId xmlns:a16="http://schemas.microsoft.com/office/drawing/2014/main" id="{104933A6-0BC4-8E4C-F53B-E90AFE6C0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314" y="1690688"/>
            <a:ext cx="6208621" cy="3063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1903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F7E5D79-7BDB-A73E-CF65-CF292B051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48" y="1243735"/>
            <a:ext cx="8017883" cy="3429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F4B099-B469-6495-AA05-4DF7D7D1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5 Most Used Apps (Global)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0C9D0-B640-28D5-2B72-18BD50022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17258" cy="4351338"/>
          </a:xfrm>
        </p:spPr>
        <p:txBody>
          <a:bodyPr>
            <a:normAutofit/>
          </a:bodyPr>
          <a:lstStyle/>
          <a:p>
            <a:r>
              <a:rPr lang="en-US" sz="2400" b="1" dirty="0"/>
              <a:t>Content:</a:t>
            </a:r>
            <a:endParaRPr lang="en-US" sz="2400" dirty="0"/>
          </a:p>
          <a:p>
            <a:r>
              <a:rPr lang="en-US" sz="2400" dirty="0"/>
              <a:t>Global app ranking by total screen time.</a:t>
            </a:r>
          </a:p>
          <a:p>
            <a:r>
              <a:rPr lang="en-US" sz="2400" dirty="0"/>
              <a:t>Social &amp; media apps dominate usage share.</a:t>
            </a:r>
          </a:p>
          <a:p>
            <a:endParaRPr lang="en-US" sz="2400" dirty="0"/>
          </a:p>
        </p:txBody>
      </p:sp>
      <p:pic>
        <p:nvPicPr>
          <p:cNvPr id="9" name="Picture 8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026846B3-099C-A9F7-2217-45EF6333DC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720" y="1690688"/>
            <a:ext cx="6986406" cy="346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00735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2E0ECA9-D2AB-5251-B6D6-85BB47070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45" y="1207662"/>
            <a:ext cx="6048406" cy="342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105046-16A6-C752-22D5-5BDFE89A5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535" y="452284"/>
            <a:ext cx="5567376" cy="17421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6D37EE-0B64-46A2-A34B-8ED030B26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User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699E2-F19D-1BD4-32B5-A832EFF5C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92" y="2054378"/>
            <a:ext cx="7037376" cy="4351338"/>
          </a:xfrm>
        </p:spPr>
        <p:txBody>
          <a:bodyPr/>
          <a:lstStyle/>
          <a:p>
            <a:r>
              <a:rPr lang="en-US" dirty="0"/>
              <a:t>Individual-level insights reveal unique patterns </a:t>
            </a:r>
          </a:p>
          <a:p>
            <a:r>
              <a:rPr lang="en-US" dirty="0"/>
              <a:t>For example, Person 11 spends the most time on Instagram, followed by WhatsApp and gaming apps like Stumble Guys.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EA294F-57E9-D7B1-E1D0-E6FE0F0F8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221" y="2203963"/>
            <a:ext cx="3772045" cy="332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4956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03A98B-8683-FA3A-77D9-44EAE84C9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601" y="854491"/>
            <a:ext cx="3939688" cy="3467531"/>
          </a:xfrm>
        </p:spPr>
        <p:txBody>
          <a:bodyPr>
            <a:normAutofit/>
          </a:bodyPr>
          <a:lstStyle/>
          <a:p>
            <a:pPr algn="r"/>
            <a:r>
              <a:rPr lang="en-US" sz="7200" dirty="0"/>
              <a:t>Key Findings &amp; Insights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4600F4C4-F295-34FF-094D-DE7823C166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2956925"/>
              </p:ext>
            </p:extLst>
          </p:nvPr>
        </p:nvGraphicFramePr>
        <p:xfrm>
          <a:off x="5077035" y="854491"/>
          <a:ext cx="6277219" cy="4956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F8AD2224-21C6-CCD5-7592-EF7F13B8B4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087" y="294968"/>
            <a:ext cx="523948" cy="657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7400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135F8-CDAA-0847-B2BE-9BDBC7C2C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/>
              <a:t>Future Scope</a:t>
            </a:r>
            <a:endParaRPr lang="en-US" sz="5400"/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EBB44431-3D43-D07B-8467-F054590C6B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1391448"/>
              </p:ext>
            </p:extLst>
          </p:nvPr>
        </p:nvGraphicFramePr>
        <p:xfrm>
          <a:off x="573836" y="1928168"/>
          <a:ext cx="10952888" cy="4007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602304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1D39AB-50C8-2EC5-B6AF-A5CD66ED2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929691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77705e-1cfa-4282-a5db-5adddbd8ac8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BD35CE270F254B87B64814F88F87E1" ma:contentTypeVersion="11" ma:contentTypeDescription="Create a new document." ma:contentTypeScope="" ma:versionID="1141a01b0440684968b2ff63daf9aae4">
  <xsd:schema xmlns:xsd="http://www.w3.org/2001/XMLSchema" xmlns:xs="http://www.w3.org/2001/XMLSchema" xmlns:p="http://schemas.microsoft.com/office/2006/metadata/properties" xmlns:ns3="b977705e-1cfa-4282-a5db-5adddbd8ac8a" targetNamespace="http://schemas.microsoft.com/office/2006/metadata/properties" ma:root="true" ma:fieldsID="95673f661285ae3353c62085772e109d" ns3:_="">
    <xsd:import namespace="b977705e-1cfa-4282-a5db-5adddbd8ac8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77705e-1cfa-4282-a5db-5adddbd8a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A5D6E6-BF28-481D-BE54-56A677603DD6}">
  <ds:schemaRefs>
    <ds:schemaRef ds:uri="http://schemas.microsoft.com/office/2006/documentManagement/types"/>
    <ds:schemaRef ds:uri="http://schemas.microsoft.com/office/infopath/2007/PartnerControls"/>
    <ds:schemaRef ds:uri="b977705e-1cfa-4282-a5db-5adddbd8ac8a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2B20800-8281-40A0-8CBC-580577AEF9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A35B7D-6A04-43AF-A3E5-916AE17FDA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77705e-1cfa-4282-a5db-5adddbd8ac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326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Smartphone Usage Analytics</vt:lpstr>
      <vt:lpstr>Dataset</vt:lpstr>
      <vt:lpstr>🕒 Average Daily Screen Time per User</vt:lpstr>
      <vt:lpstr>Sleep Wake Cycle</vt:lpstr>
      <vt:lpstr>Hourly Usage Pattern</vt:lpstr>
      <vt:lpstr>Weekly Usage Pattern</vt:lpstr>
      <vt:lpstr>Top 5 Most Used Apps (Global)</vt:lpstr>
      <vt:lpstr>Individual User Usage</vt:lpstr>
      <vt:lpstr>Key Findings &amp; Insights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MANIAR</dc:creator>
  <cp:lastModifiedBy>MOHAMMED MANIAR</cp:lastModifiedBy>
  <cp:revision>3</cp:revision>
  <dcterms:created xsi:type="dcterms:W3CDTF">2025-11-12T16:08:14Z</dcterms:created>
  <dcterms:modified xsi:type="dcterms:W3CDTF">2025-11-13T02:17:58Z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0x010100C1BD35CE270F254B87B64814F88F87E1</vt:lpwstr>
  </property>
</Properties>
</file>